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57" r:id="rId2"/>
    <p:sldId id="259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902"/>
    <p:restoredTop sz="94663"/>
  </p:normalViewPr>
  <p:slideViewPr>
    <p:cSldViewPr snapToGrid="0" snapToObjects="1">
      <p:cViewPr>
        <p:scale>
          <a:sx n="130" d="100"/>
          <a:sy n="130" d="100"/>
        </p:scale>
        <p:origin x="208" y="1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D1C8BE9-3768-214E-A07A-B3FA719BA696}" type="datetimeFigureOut">
              <a:rPr lang="en-US" smtClean="0"/>
              <a:t>12/22/19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1AEA5C2-F94F-A848-ABBF-6F7D7A371D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10634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AEA5C2-F94F-A848-ABBF-6F7D7A371D31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121704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AEA5C2-F94F-A848-ABBF-6F7D7A371D31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30292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9E56E5-B1E2-BE41-AC74-706757B04A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E4111F8-D645-B344-99EC-E1B6B1C961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60F7B5-28BD-F24D-A8B0-24D1DC3582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732DA-8DEF-7549-87CB-37544C27E74E}" type="datetimeFigureOut">
              <a:rPr lang="en-US" smtClean="0"/>
              <a:t>12/22/19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4C6D31-DFE0-644B-A2B7-D492C8BD20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CD2C99-7C92-1046-B247-872F8D0A25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D09088-E7D6-204D-8B07-4BACA78AEC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52811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F278C5-BE53-4946-9AB3-74DB60CC53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0D36F2-9437-AA47-8617-84FDBBF17A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EB89BB-5A3F-0D4C-BC19-FCF0A223E9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732DA-8DEF-7549-87CB-37544C27E74E}" type="datetimeFigureOut">
              <a:rPr lang="en-US" smtClean="0"/>
              <a:t>12/22/19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BF31F0-79F2-1E41-9888-C53946CA97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CFB47C-59B6-7B41-8853-E348F97B3F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D09088-E7D6-204D-8B07-4BACA78AEC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20050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DD8FA0-946A-0842-86A2-1A9BF5A6DA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1B647B-3404-8049-A418-A5C0396771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D1B7E9-C714-C949-A0E3-0C3B0841AC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732DA-8DEF-7549-87CB-37544C27E74E}" type="datetimeFigureOut">
              <a:rPr lang="en-US" smtClean="0"/>
              <a:t>12/22/19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FC9760-3CA1-5C46-86E7-CC7F76D7D4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FCF6B2-8B71-5F45-BC50-9CD9B111E2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D09088-E7D6-204D-8B07-4BACA78AEC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76098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40D4F1-05BF-CE4C-AFD5-0EF0069E40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486789-772D-5741-A4E6-34D596D697A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8084FB4-5F23-E44E-AB81-2295539A67E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2169F36-3503-9C41-AD75-9EE856548B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732DA-8DEF-7549-87CB-37544C27E74E}" type="datetimeFigureOut">
              <a:rPr lang="en-US" smtClean="0"/>
              <a:t>12/22/19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363307A-68CA-E141-A2FD-CA1A929E9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6E4219F-23CB-B646-AEC6-B1B404BBDF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D09088-E7D6-204D-8B07-4BACA78AEC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39571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87DAFD-DAAD-8044-8153-439CBFF6EE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B08EEC-8F14-3241-94CE-DDD2DE61C0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587287A-B3C7-544C-BF23-1105880E8E1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9F0C370-79B6-0244-9C04-08B516BE89A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447B30A-7F74-D34E-A389-5EFF87D26F2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4A7B1F1-2604-6F49-876F-DC77ABCDC7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732DA-8DEF-7549-87CB-37544C27E74E}" type="datetimeFigureOut">
              <a:rPr lang="en-US" smtClean="0"/>
              <a:t>12/22/19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751BF8D-C2E0-704E-9C2D-C997CE9B1D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03DB659-D47A-B549-A1C1-787FDEEFBE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D09088-E7D6-204D-8B07-4BACA78AEC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01017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B0FCF9-CB0C-7344-BAFF-5F70FB51CF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101D449-1D8C-5041-BC77-EAB6C9A359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732DA-8DEF-7549-87CB-37544C27E74E}" type="datetimeFigureOut">
              <a:rPr lang="en-US" smtClean="0"/>
              <a:t>12/22/19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A95BDF0-17D2-354C-90E9-449FDAD842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868A28C-4242-9448-8069-3C3FBC541D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D09088-E7D6-204D-8B07-4BACA78AEC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9177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BCB827D-A8E5-024E-9C17-C81E5964E4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732DA-8DEF-7549-87CB-37544C27E74E}" type="datetimeFigureOut">
              <a:rPr lang="en-US" smtClean="0"/>
              <a:t>12/22/19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868BA6B-F6C3-3442-8259-D73C0752B8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6B4373-DBC7-F546-ACE7-83EC262DF5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D09088-E7D6-204D-8B07-4BACA78AEC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45719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983C77-BBDF-3F41-9F6F-7CCA69FF72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188AC2-0EC6-AB49-9724-E1094E4269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B84333F-708C-9C4A-A39B-4A107F3A39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2FD48E5-881E-DA48-8F52-27FE819F76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732DA-8DEF-7549-87CB-37544C27E74E}" type="datetimeFigureOut">
              <a:rPr lang="en-US" smtClean="0"/>
              <a:t>12/22/19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E9CD14E-FF6D-AF48-B701-9E8EC35F7A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F09D609-D32B-B741-BF80-60F38AB781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D09088-E7D6-204D-8B07-4BACA78AEC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47304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17709D-2CDF-2D48-A72D-FDA56FE7B6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38CCA78-49F2-B243-93BE-A4BC2CF61AB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CC511CA-15DC-3F4F-8DCF-F7E25BE299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2E804C7-05CA-4849-84B4-4A3F7C0AA0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732DA-8DEF-7549-87CB-37544C27E74E}" type="datetimeFigureOut">
              <a:rPr lang="en-US" smtClean="0"/>
              <a:t>12/22/19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FC84F5-69AF-7F40-B987-26DDBBC222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FAE8B9-33F5-4C44-831A-A248DB3AEF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D09088-E7D6-204D-8B07-4BACA78AEC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97920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D42A78-2A1F-8943-A309-BB8A401946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CCFC44F-4307-1D48-A904-22EAB497E22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702008-9E8B-224D-82E6-47FF3178CB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732DA-8DEF-7549-87CB-37544C27E74E}" type="datetimeFigureOut">
              <a:rPr lang="en-US" smtClean="0"/>
              <a:t>12/22/19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3C4885-59F2-0F44-88A0-854ED52DA6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6659E1-2385-8241-9DEB-83BA3897F8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D09088-E7D6-204D-8B07-4BACA78AEC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35908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8BB65D9-4FFE-324D-AB63-14C68AAD8B3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535CA20-C154-A44B-BFA9-E30792E0AC4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54C59C-74A5-324C-A20D-923F746477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732DA-8DEF-7549-87CB-37544C27E74E}" type="datetimeFigureOut">
              <a:rPr lang="en-US" smtClean="0"/>
              <a:t>12/22/19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BDA09A-7E70-394E-9E61-C8F66F0389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A67168-74D7-8A44-B423-3E1110D5D4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D09088-E7D6-204D-8B07-4BACA78AEC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42923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B4E264D-F784-224B-8208-C03BBB2B50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EE9255-19C3-0F41-93D8-DBFA0DE25A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42F1C0-BEE9-8044-BEC7-23FF691F90A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BE732DA-8DEF-7549-87CB-37544C27E74E}" type="datetimeFigureOut">
              <a:rPr lang="en-US" smtClean="0"/>
              <a:t>12/22/19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C0DFC0-4F67-D445-8DD9-E3D57B0E669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D266D8-D2B4-4845-A474-E3B3CB0414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0D09088-E7D6-204D-8B07-4BACA78AEC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4549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sv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5D4A837A-C6CF-8E47-A9BE-77C61531440C}"/>
              </a:ext>
            </a:extLst>
          </p:cNvPr>
          <p:cNvSpPr/>
          <p:nvPr/>
        </p:nvSpPr>
        <p:spPr>
          <a:xfrm>
            <a:off x="4286866" y="1130580"/>
            <a:ext cx="2498032" cy="53658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S101Socket</a:t>
            </a:r>
          </a:p>
          <a:p>
            <a:pPr algn="ctr"/>
            <a:r>
              <a:rPr lang="en-US" sz="800" dirty="0"/>
              <a:t>(</a:t>
            </a:r>
            <a:r>
              <a:rPr lang="en-US" sz="800" dirty="0" err="1"/>
              <a:t>client.js</a:t>
            </a:r>
            <a:r>
              <a:rPr lang="en-US" sz="800" dirty="0"/>
              <a:t>)</a:t>
            </a: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350268F-B471-E64D-AEFB-87850C6AE97D}"/>
              </a:ext>
            </a:extLst>
          </p:cNvPr>
          <p:cNvSpPr/>
          <p:nvPr/>
        </p:nvSpPr>
        <p:spPr>
          <a:xfrm>
            <a:off x="10542944" y="503049"/>
            <a:ext cx="1263844" cy="1130569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S101Codec</a:t>
            </a:r>
          </a:p>
          <a:p>
            <a:pPr algn="ctr"/>
            <a:r>
              <a:rPr lang="en-US" sz="800" dirty="0"/>
              <a:t>(s101.js)</a:t>
            </a:r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1F8B909-210D-7F4D-9BC2-3954CF705888}"/>
              </a:ext>
            </a:extLst>
          </p:cNvPr>
          <p:cNvSpPr/>
          <p:nvPr/>
        </p:nvSpPr>
        <p:spPr>
          <a:xfrm>
            <a:off x="2253906" y="5202123"/>
            <a:ext cx="2240877" cy="62753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rgbClr val="C00000"/>
                </a:solidFill>
              </a:rPr>
              <a:t>DeviceTree</a:t>
            </a:r>
            <a:endParaRPr lang="en-US" dirty="0">
              <a:solidFill>
                <a:srgbClr val="C00000"/>
              </a:solidFill>
            </a:endParaRPr>
          </a:p>
          <a:p>
            <a:pPr algn="ctr"/>
            <a:r>
              <a:rPr lang="en-US" sz="800" dirty="0"/>
              <a:t>(</a:t>
            </a:r>
            <a:r>
              <a:rPr lang="en-US" sz="800" dirty="0" err="1"/>
              <a:t>device.js</a:t>
            </a:r>
            <a:r>
              <a:rPr lang="en-US" sz="800" dirty="0"/>
              <a:t>)</a:t>
            </a:r>
            <a:endParaRPr lang="en-US" dirty="0"/>
          </a:p>
        </p:txBody>
      </p:sp>
      <p:sp>
        <p:nvSpPr>
          <p:cNvPr id="12" name="Lightning Bolt 11">
            <a:extLst>
              <a:ext uri="{FF2B5EF4-FFF2-40B4-BE49-F238E27FC236}">
                <a16:creationId xmlns:a16="http://schemas.microsoft.com/office/drawing/2014/main" id="{C5E65213-9BD3-1E4B-9083-DB26267522C7}"/>
              </a:ext>
            </a:extLst>
          </p:cNvPr>
          <p:cNvSpPr/>
          <p:nvPr/>
        </p:nvSpPr>
        <p:spPr>
          <a:xfrm>
            <a:off x="4397221" y="656890"/>
            <a:ext cx="171317" cy="223645"/>
          </a:xfrm>
          <a:prstGeom prst="lightningBol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D346E48-7092-BB46-A6E8-4B603BC2A0CF}"/>
              </a:ext>
            </a:extLst>
          </p:cNvPr>
          <p:cNvSpPr/>
          <p:nvPr/>
        </p:nvSpPr>
        <p:spPr>
          <a:xfrm>
            <a:off x="4687748" y="488815"/>
            <a:ext cx="1120288" cy="627529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error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timeout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data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close</a:t>
            </a: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DDA13833-2442-CC4B-A519-78672F2E4169}"/>
              </a:ext>
            </a:extLst>
          </p:cNvPr>
          <p:cNvCxnSpPr>
            <a:cxnSpLocks/>
          </p:cNvCxnSpPr>
          <p:nvPr/>
        </p:nvCxnSpPr>
        <p:spPr>
          <a:xfrm flipV="1">
            <a:off x="3309946" y="1754324"/>
            <a:ext cx="1648408" cy="3316306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Rectangle 45">
            <a:extLst>
              <a:ext uri="{FF2B5EF4-FFF2-40B4-BE49-F238E27FC236}">
                <a16:creationId xmlns:a16="http://schemas.microsoft.com/office/drawing/2014/main" id="{06C6A47B-5BD5-D341-B555-5D3F823274CB}"/>
              </a:ext>
            </a:extLst>
          </p:cNvPr>
          <p:cNvSpPr/>
          <p:nvPr/>
        </p:nvSpPr>
        <p:spPr>
          <a:xfrm>
            <a:off x="6854390" y="847828"/>
            <a:ext cx="1628946" cy="1131742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C00000"/>
                </a:solidFill>
              </a:rPr>
              <a:t>connect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C00000"/>
                </a:solidFill>
              </a:rPr>
              <a:t>disconnect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 err="1">
                <a:solidFill>
                  <a:srgbClr val="C00000"/>
                </a:solidFill>
              </a:rPr>
              <a:t>isConnected</a:t>
            </a:r>
            <a:endParaRPr lang="en-US" sz="1000" dirty="0">
              <a:solidFill>
                <a:srgbClr val="C00000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 err="1"/>
              <a:t>sendKeepAliveRequest</a:t>
            </a:r>
            <a:endParaRPr lang="en-US" sz="10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 err="1"/>
              <a:t>sendKeepAliveResponse</a:t>
            </a:r>
            <a:endParaRPr lang="en-US" sz="10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 err="1"/>
              <a:t>sendBER</a:t>
            </a:r>
            <a:endParaRPr lang="en-US" sz="10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 err="1">
                <a:solidFill>
                  <a:srgbClr val="C00000"/>
                </a:solidFill>
              </a:rPr>
              <a:t>sendBERNode</a:t>
            </a:r>
            <a:endParaRPr lang="en-US" sz="1000" dirty="0">
              <a:solidFill>
                <a:srgbClr val="C00000"/>
              </a:solidFill>
            </a:endParaRPr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D2C39D8E-ED7D-D445-B6D3-931F133DFDFB}"/>
              </a:ext>
            </a:extLst>
          </p:cNvPr>
          <p:cNvSpPr/>
          <p:nvPr/>
        </p:nvSpPr>
        <p:spPr>
          <a:xfrm>
            <a:off x="2955580" y="4614031"/>
            <a:ext cx="1539204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sz="1000" dirty="0"/>
              <a:t>new S101Clien(host, port)</a:t>
            </a:r>
          </a:p>
        </p:txBody>
      </p: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7C9E9AA1-C37D-B34E-A65F-4C5744CB1A2A}"/>
              </a:ext>
            </a:extLst>
          </p:cNvPr>
          <p:cNvCxnSpPr>
            <a:cxnSpLocks/>
          </p:cNvCxnSpPr>
          <p:nvPr/>
        </p:nvCxnSpPr>
        <p:spPr>
          <a:xfrm flipH="1">
            <a:off x="2828806" y="1667166"/>
            <a:ext cx="1685901" cy="3403463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Lightning Bolt 62">
            <a:extLst>
              <a:ext uri="{FF2B5EF4-FFF2-40B4-BE49-F238E27FC236}">
                <a16:creationId xmlns:a16="http://schemas.microsoft.com/office/drawing/2014/main" id="{AEE3F13A-F77A-8148-8061-6748B5DAF7E0}"/>
              </a:ext>
            </a:extLst>
          </p:cNvPr>
          <p:cNvSpPr/>
          <p:nvPr/>
        </p:nvSpPr>
        <p:spPr>
          <a:xfrm>
            <a:off x="2016226" y="3841352"/>
            <a:ext cx="212925" cy="239073"/>
          </a:xfrm>
          <a:prstGeom prst="lightningBol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C087D8C1-8502-194D-AA6B-393A976DF58F}"/>
              </a:ext>
            </a:extLst>
          </p:cNvPr>
          <p:cNvSpPr/>
          <p:nvPr/>
        </p:nvSpPr>
        <p:spPr>
          <a:xfrm>
            <a:off x="2325996" y="3648978"/>
            <a:ext cx="1184575" cy="965052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connecting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connected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disconnected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error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 err="1">
                <a:solidFill>
                  <a:srgbClr val="C00000"/>
                </a:solidFill>
              </a:rPr>
              <a:t>emberPacket</a:t>
            </a:r>
            <a:endParaRPr lang="en-US" sz="1000" dirty="0">
              <a:solidFill>
                <a:srgbClr val="C00000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 err="1">
                <a:solidFill>
                  <a:srgbClr val="C00000"/>
                </a:solidFill>
              </a:rPr>
              <a:t>emberTree</a:t>
            </a:r>
            <a:endParaRPr lang="en-US" sz="1000" dirty="0">
              <a:solidFill>
                <a:srgbClr val="C00000"/>
              </a:solidFill>
            </a:endParaRPr>
          </a:p>
        </p:txBody>
      </p: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FE9702C3-1C7E-F445-AF89-D80621DDCA88}"/>
              </a:ext>
            </a:extLst>
          </p:cNvPr>
          <p:cNvCxnSpPr>
            <a:cxnSpLocks/>
          </p:cNvCxnSpPr>
          <p:nvPr/>
        </p:nvCxnSpPr>
        <p:spPr>
          <a:xfrm flipV="1">
            <a:off x="4244396" y="961175"/>
            <a:ext cx="2609994" cy="4240950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1" name="Rectangle 90">
            <a:extLst>
              <a:ext uri="{FF2B5EF4-FFF2-40B4-BE49-F238E27FC236}">
                <a16:creationId xmlns:a16="http://schemas.microsoft.com/office/drawing/2014/main" id="{694F7BAC-790B-FB4B-B64B-63F07A9AD86C}"/>
              </a:ext>
            </a:extLst>
          </p:cNvPr>
          <p:cNvSpPr/>
          <p:nvPr/>
        </p:nvSpPr>
        <p:spPr>
          <a:xfrm>
            <a:off x="4611552" y="1790084"/>
            <a:ext cx="1628946" cy="246221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r>
              <a:rPr lang="en-US" sz="1000" dirty="0" err="1"/>
              <a:t>ctor</a:t>
            </a:r>
            <a:r>
              <a:rPr lang="en-US" sz="1000" dirty="0"/>
              <a:t>( host, address)</a:t>
            </a:r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5FBFFA9E-8456-8845-BB6F-9F6EC63CDF39}"/>
              </a:ext>
            </a:extLst>
          </p:cNvPr>
          <p:cNvSpPr/>
          <p:nvPr/>
        </p:nvSpPr>
        <p:spPr>
          <a:xfrm>
            <a:off x="6240498" y="2400883"/>
            <a:ext cx="1628946" cy="619493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 err="1"/>
              <a:t>remoteAddress</a:t>
            </a:r>
            <a:endParaRPr lang="en-US" sz="10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strike="sngStrike" dirty="0" err="1"/>
              <a:t>queueMessage</a:t>
            </a:r>
            <a:endParaRPr lang="en-US" sz="1000" strike="sngStrike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 err="1"/>
              <a:t>makeReuqest</a:t>
            </a:r>
            <a:endParaRPr lang="en-US" sz="10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strike="sngStrike" dirty="0" err="1"/>
              <a:t>addRequest</a:t>
            </a:r>
            <a:endParaRPr lang="en-US" sz="1000" strike="sngStrike" dirty="0"/>
          </a:p>
        </p:txBody>
      </p:sp>
      <p:cxnSp>
        <p:nvCxnSpPr>
          <p:cNvPr id="102" name="Straight Arrow Connector 101">
            <a:extLst>
              <a:ext uri="{FF2B5EF4-FFF2-40B4-BE49-F238E27FC236}">
                <a16:creationId xmlns:a16="http://schemas.microsoft.com/office/drawing/2014/main" id="{94488020-DC87-F04F-9EFB-DD68DEDB336F}"/>
              </a:ext>
            </a:extLst>
          </p:cNvPr>
          <p:cNvCxnSpPr>
            <a:cxnSpLocks/>
          </p:cNvCxnSpPr>
          <p:nvPr/>
        </p:nvCxnSpPr>
        <p:spPr>
          <a:xfrm flipV="1">
            <a:off x="7668863" y="961175"/>
            <a:ext cx="2728991" cy="2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" name="Lightning Bolt 104">
            <a:extLst>
              <a:ext uri="{FF2B5EF4-FFF2-40B4-BE49-F238E27FC236}">
                <a16:creationId xmlns:a16="http://schemas.microsoft.com/office/drawing/2014/main" id="{02CF5974-1FF3-FB4C-A6AD-C7123A790155}"/>
              </a:ext>
            </a:extLst>
          </p:cNvPr>
          <p:cNvSpPr/>
          <p:nvPr/>
        </p:nvSpPr>
        <p:spPr>
          <a:xfrm>
            <a:off x="8862594" y="1372919"/>
            <a:ext cx="221533" cy="323780"/>
          </a:xfrm>
          <a:prstGeom prst="lightningBol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6" name="Rectangle 105">
            <a:extLst>
              <a:ext uri="{FF2B5EF4-FFF2-40B4-BE49-F238E27FC236}">
                <a16:creationId xmlns:a16="http://schemas.microsoft.com/office/drawing/2014/main" id="{A63914C5-623B-E049-BCF6-B8EC7C09919C}"/>
              </a:ext>
            </a:extLst>
          </p:cNvPr>
          <p:cNvSpPr/>
          <p:nvPr/>
        </p:nvSpPr>
        <p:spPr>
          <a:xfrm>
            <a:off x="9198356" y="1199499"/>
            <a:ext cx="1467761" cy="627529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 err="1"/>
              <a:t>keepaliveReq</a:t>
            </a:r>
            <a:endParaRPr lang="en-US" sz="1000" strike="sngStrike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 err="1">
                <a:solidFill>
                  <a:srgbClr val="C00000"/>
                </a:solidFill>
              </a:rPr>
              <a:t>emberPacket</a:t>
            </a:r>
            <a:endParaRPr lang="en-US" sz="1000" dirty="0">
              <a:solidFill>
                <a:srgbClr val="C00000"/>
              </a:solidFill>
            </a:endParaRPr>
          </a:p>
        </p:txBody>
      </p:sp>
      <p:cxnSp>
        <p:nvCxnSpPr>
          <p:cNvPr id="107" name="Straight Arrow Connector 106">
            <a:extLst>
              <a:ext uri="{FF2B5EF4-FFF2-40B4-BE49-F238E27FC236}">
                <a16:creationId xmlns:a16="http://schemas.microsoft.com/office/drawing/2014/main" id="{38682050-0889-934B-B9BB-0F62108F5F08}"/>
              </a:ext>
            </a:extLst>
          </p:cNvPr>
          <p:cNvCxnSpPr>
            <a:cxnSpLocks/>
          </p:cNvCxnSpPr>
          <p:nvPr/>
        </p:nvCxnSpPr>
        <p:spPr>
          <a:xfrm flipH="1">
            <a:off x="8893145" y="1142520"/>
            <a:ext cx="1504709" cy="0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1" name="Rectangle 110">
            <a:extLst>
              <a:ext uri="{FF2B5EF4-FFF2-40B4-BE49-F238E27FC236}">
                <a16:creationId xmlns:a16="http://schemas.microsoft.com/office/drawing/2014/main" id="{5C82D58A-FC15-4646-A6D2-6EE3312B3527}"/>
              </a:ext>
            </a:extLst>
          </p:cNvPr>
          <p:cNvSpPr/>
          <p:nvPr/>
        </p:nvSpPr>
        <p:spPr>
          <a:xfrm>
            <a:off x="9080989" y="719073"/>
            <a:ext cx="1129019" cy="304286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r>
              <a:rPr lang="en-US" sz="1000" dirty="0"/>
              <a:t>new S101Codec()</a:t>
            </a:r>
          </a:p>
        </p:txBody>
      </p:sp>
      <p:sp>
        <p:nvSpPr>
          <p:cNvPr id="112" name="Rectangle 111">
            <a:extLst>
              <a:ext uri="{FF2B5EF4-FFF2-40B4-BE49-F238E27FC236}">
                <a16:creationId xmlns:a16="http://schemas.microsoft.com/office/drawing/2014/main" id="{EA1343F2-13C1-6443-8D52-E1BA1D068C6F}"/>
              </a:ext>
            </a:extLst>
          </p:cNvPr>
          <p:cNvSpPr/>
          <p:nvPr/>
        </p:nvSpPr>
        <p:spPr>
          <a:xfrm>
            <a:off x="4286866" y="86983"/>
            <a:ext cx="2479557" cy="41606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Socket</a:t>
            </a:r>
          </a:p>
        </p:txBody>
      </p:sp>
      <p:sp>
        <p:nvSpPr>
          <p:cNvPr id="113" name="Rectangle 112">
            <a:extLst>
              <a:ext uri="{FF2B5EF4-FFF2-40B4-BE49-F238E27FC236}">
                <a16:creationId xmlns:a16="http://schemas.microsoft.com/office/drawing/2014/main" id="{29CDA6D8-8DF5-AE4E-915A-E73390FF1D61}"/>
              </a:ext>
            </a:extLst>
          </p:cNvPr>
          <p:cNvSpPr/>
          <p:nvPr/>
        </p:nvSpPr>
        <p:spPr>
          <a:xfrm>
            <a:off x="5904959" y="566771"/>
            <a:ext cx="1129018" cy="246221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r>
              <a:rPr lang="en-US" sz="1200" b="1" dirty="0" err="1">
                <a:solidFill>
                  <a:schemeClr val="accent2"/>
                </a:solidFill>
              </a:rPr>
              <a:t>createConnection</a:t>
            </a:r>
            <a:endParaRPr lang="en-US" sz="1200" b="1" dirty="0">
              <a:solidFill>
                <a:schemeClr val="accent2"/>
              </a:solidFill>
            </a:endParaRPr>
          </a:p>
        </p:txBody>
      </p:sp>
      <p:cxnSp>
        <p:nvCxnSpPr>
          <p:cNvPr id="117" name="Straight Arrow Connector 116">
            <a:extLst>
              <a:ext uri="{FF2B5EF4-FFF2-40B4-BE49-F238E27FC236}">
                <a16:creationId xmlns:a16="http://schemas.microsoft.com/office/drawing/2014/main" id="{897E6F18-00E3-0B45-90BC-C9380E218DC3}"/>
              </a:ext>
            </a:extLst>
          </p:cNvPr>
          <p:cNvCxnSpPr>
            <a:cxnSpLocks/>
          </p:cNvCxnSpPr>
          <p:nvPr/>
        </p:nvCxnSpPr>
        <p:spPr>
          <a:xfrm>
            <a:off x="5575278" y="519914"/>
            <a:ext cx="558146" cy="632190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3">
            <a:extLst>
              <a:ext uri="{FF2B5EF4-FFF2-40B4-BE49-F238E27FC236}">
                <a16:creationId xmlns:a16="http://schemas.microsoft.com/office/drawing/2014/main" id="{00DCB7A4-9C65-9F4A-9BF8-3B9F29AB043C}"/>
              </a:ext>
            </a:extLst>
          </p:cNvPr>
          <p:cNvSpPr/>
          <p:nvPr/>
        </p:nvSpPr>
        <p:spPr>
          <a:xfrm>
            <a:off x="3090790" y="2123463"/>
            <a:ext cx="3005210" cy="110418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S101Client</a:t>
            </a:r>
          </a:p>
          <a:p>
            <a:pPr algn="ctr"/>
            <a:r>
              <a:rPr lang="en-US" sz="800" dirty="0"/>
              <a:t>(</a:t>
            </a:r>
            <a:r>
              <a:rPr lang="en-US" sz="800" dirty="0" err="1"/>
              <a:t>client.js</a:t>
            </a:r>
            <a:r>
              <a:rPr lang="en-US" sz="800" dirty="0"/>
              <a:t>)</a:t>
            </a:r>
            <a:endParaRPr lang="en-US" dirty="0"/>
          </a:p>
        </p:txBody>
      </p:sp>
      <p:cxnSp>
        <p:nvCxnSpPr>
          <p:cNvPr id="151" name="Straight Arrow Connector 150">
            <a:extLst>
              <a:ext uri="{FF2B5EF4-FFF2-40B4-BE49-F238E27FC236}">
                <a16:creationId xmlns:a16="http://schemas.microsoft.com/office/drawing/2014/main" id="{2706339C-4B53-FB4C-9626-1EBAD690FE5E}"/>
              </a:ext>
            </a:extLst>
          </p:cNvPr>
          <p:cNvCxnSpPr>
            <a:cxnSpLocks/>
            <a:endCxn id="113" idx="0"/>
          </p:cNvCxnSpPr>
          <p:nvPr/>
        </p:nvCxnSpPr>
        <p:spPr>
          <a:xfrm flipH="1" flipV="1">
            <a:off x="6469468" y="566771"/>
            <a:ext cx="364608" cy="394404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6" name="Graphic 155" descr="Line arrow Rotate left">
            <a:extLst>
              <a:ext uri="{FF2B5EF4-FFF2-40B4-BE49-F238E27FC236}">
                <a16:creationId xmlns:a16="http://schemas.microsoft.com/office/drawing/2014/main" id="{D15E3D3B-6099-0641-A6EE-617B5BEA543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5400000">
            <a:off x="5892804" y="1580038"/>
            <a:ext cx="331803" cy="331803"/>
          </a:xfrm>
          <a:prstGeom prst="rect">
            <a:avLst/>
          </a:prstGeom>
        </p:spPr>
      </p:pic>
      <p:sp>
        <p:nvSpPr>
          <p:cNvPr id="157" name="Rectangle 156">
            <a:extLst>
              <a:ext uri="{FF2B5EF4-FFF2-40B4-BE49-F238E27FC236}">
                <a16:creationId xmlns:a16="http://schemas.microsoft.com/office/drawing/2014/main" id="{3C73D3D5-2C8E-044E-8295-73DC8047A7CA}"/>
              </a:ext>
            </a:extLst>
          </p:cNvPr>
          <p:cNvSpPr/>
          <p:nvPr/>
        </p:nvSpPr>
        <p:spPr>
          <a:xfrm>
            <a:off x="5952833" y="1642621"/>
            <a:ext cx="302934" cy="246221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r>
              <a:rPr lang="en-US" sz="1000" dirty="0"/>
              <a:t>KA</a:t>
            </a:r>
          </a:p>
        </p:txBody>
      </p:sp>
      <p:sp>
        <p:nvSpPr>
          <p:cNvPr id="158" name="Oval 157">
            <a:extLst>
              <a:ext uri="{FF2B5EF4-FFF2-40B4-BE49-F238E27FC236}">
                <a16:creationId xmlns:a16="http://schemas.microsoft.com/office/drawing/2014/main" id="{E1AD73ED-65B5-1447-BA9E-9A3460505152}"/>
              </a:ext>
            </a:extLst>
          </p:cNvPr>
          <p:cNvSpPr/>
          <p:nvPr/>
        </p:nvSpPr>
        <p:spPr>
          <a:xfrm>
            <a:off x="3429923" y="3395932"/>
            <a:ext cx="275177" cy="243101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159" name="Oval 158">
            <a:extLst>
              <a:ext uri="{FF2B5EF4-FFF2-40B4-BE49-F238E27FC236}">
                <a16:creationId xmlns:a16="http://schemas.microsoft.com/office/drawing/2014/main" id="{BBA2C44E-F762-934C-B369-2F6B219C3DD1}"/>
              </a:ext>
            </a:extLst>
          </p:cNvPr>
          <p:cNvSpPr/>
          <p:nvPr/>
        </p:nvSpPr>
        <p:spPr>
          <a:xfrm>
            <a:off x="3819219" y="3693321"/>
            <a:ext cx="275177" cy="243101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160" name="Oval 159">
            <a:extLst>
              <a:ext uri="{FF2B5EF4-FFF2-40B4-BE49-F238E27FC236}">
                <a16:creationId xmlns:a16="http://schemas.microsoft.com/office/drawing/2014/main" id="{F5B891F7-DC8E-764D-8C1E-0928A796F821}"/>
              </a:ext>
            </a:extLst>
          </p:cNvPr>
          <p:cNvSpPr/>
          <p:nvPr/>
        </p:nvSpPr>
        <p:spPr>
          <a:xfrm>
            <a:off x="4952825" y="3656654"/>
            <a:ext cx="275177" cy="243101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161" name="Oval 160">
            <a:extLst>
              <a:ext uri="{FF2B5EF4-FFF2-40B4-BE49-F238E27FC236}">
                <a16:creationId xmlns:a16="http://schemas.microsoft.com/office/drawing/2014/main" id="{738E74B1-2CA0-5444-89BC-CC449DE5549E}"/>
              </a:ext>
            </a:extLst>
          </p:cNvPr>
          <p:cNvSpPr/>
          <p:nvPr/>
        </p:nvSpPr>
        <p:spPr>
          <a:xfrm>
            <a:off x="6913740" y="531935"/>
            <a:ext cx="275177" cy="243101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163" name="Oval 162">
            <a:extLst>
              <a:ext uri="{FF2B5EF4-FFF2-40B4-BE49-F238E27FC236}">
                <a16:creationId xmlns:a16="http://schemas.microsoft.com/office/drawing/2014/main" id="{97C9F37A-3712-9D48-8204-2C754BA10660}"/>
              </a:ext>
            </a:extLst>
          </p:cNvPr>
          <p:cNvSpPr/>
          <p:nvPr/>
        </p:nvSpPr>
        <p:spPr>
          <a:xfrm>
            <a:off x="5778396" y="802280"/>
            <a:ext cx="275177" cy="243101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164" name="Oval 163">
            <a:extLst>
              <a:ext uri="{FF2B5EF4-FFF2-40B4-BE49-F238E27FC236}">
                <a16:creationId xmlns:a16="http://schemas.microsoft.com/office/drawing/2014/main" id="{AAF2C430-8493-4C42-9F17-833CEC7C9897}"/>
              </a:ext>
            </a:extLst>
          </p:cNvPr>
          <p:cNvSpPr/>
          <p:nvPr/>
        </p:nvSpPr>
        <p:spPr>
          <a:xfrm>
            <a:off x="8074240" y="812992"/>
            <a:ext cx="275177" cy="243101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165" name="Oval 164">
            <a:extLst>
              <a:ext uri="{FF2B5EF4-FFF2-40B4-BE49-F238E27FC236}">
                <a16:creationId xmlns:a16="http://schemas.microsoft.com/office/drawing/2014/main" id="{DC346859-4D61-9F4E-80DD-C9B73C47561D}"/>
              </a:ext>
            </a:extLst>
          </p:cNvPr>
          <p:cNvSpPr/>
          <p:nvPr/>
        </p:nvSpPr>
        <p:spPr>
          <a:xfrm>
            <a:off x="9162063" y="1018155"/>
            <a:ext cx="275177" cy="243101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166" name="Rectangle 165">
            <a:extLst>
              <a:ext uri="{FF2B5EF4-FFF2-40B4-BE49-F238E27FC236}">
                <a16:creationId xmlns:a16="http://schemas.microsoft.com/office/drawing/2014/main" id="{10EC56EF-6ADC-E34C-BED7-26B6341FA4D6}"/>
              </a:ext>
            </a:extLst>
          </p:cNvPr>
          <p:cNvSpPr/>
          <p:nvPr/>
        </p:nvSpPr>
        <p:spPr>
          <a:xfrm>
            <a:off x="10432550" y="1790084"/>
            <a:ext cx="1628946" cy="619493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 err="1">
                <a:solidFill>
                  <a:srgbClr val="C00000"/>
                </a:solidFill>
              </a:rPr>
              <a:t>makeKeepAliveRequest</a:t>
            </a:r>
            <a:endParaRPr lang="en-US" sz="1000" dirty="0">
              <a:solidFill>
                <a:srgbClr val="C00000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 err="1"/>
              <a:t>makeKeepAliveResponse</a:t>
            </a:r>
            <a:endParaRPr lang="en-US" sz="10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 err="1"/>
              <a:t>dataIn</a:t>
            </a:r>
            <a:endParaRPr lang="en-US" sz="10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 err="1"/>
              <a:t>handleFrame</a:t>
            </a:r>
            <a:r>
              <a:rPr lang="en-US" sz="1000" dirty="0"/>
              <a:t>, …</a:t>
            </a:r>
          </a:p>
        </p:txBody>
      </p:sp>
      <p:sp>
        <p:nvSpPr>
          <p:cNvPr id="167" name="Rectangle 166">
            <a:extLst>
              <a:ext uri="{FF2B5EF4-FFF2-40B4-BE49-F238E27FC236}">
                <a16:creationId xmlns:a16="http://schemas.microsoft.com/office/drawing/2014/main" id="{37EB792C-48D9-E743-B576-72395491B1E2}"/>
              </a:ext>
            </a:extLst>
          </p:cNvPr>
          <p:cNvSpPr/>
          <p:nvPr/>
        </p:nvSpPr>
        <p:spPr>
          <a:xfrm>
            <a:off x="4914087" y="4200310"/>
            <a:ext cx="1147413" cy="519764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C00000"/>
                </a:solidFill>
              </a:rPr>
              <a:t>disconnect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 err="1">
                <a:solidFill>
                  <a:srgbClr val="C00000"/>
                </a:solidFill>
              </a:rPr>
              <a:t>isConnected</a:t>
            </a:r>
            <a:endParaRPr lang="en-US" sz="1000" dirty="0">
              <a:solidFill>
                <a:srgbClr val="C00000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 err="1">
                <a:solidFill>
                  <a:srgbClr val="C00000"/>
                </a:solidFill>
              </a:rPr>
              <a:t>sendBERNode</a:t>
            </a:r>
            <a:endParaRPr lang="en-US" sz="1000" dirty="0">
              <a:solidFill>
                <a:srgbClr val="C00000"/>
              </a:solidFill>
            </a:endParaRPr>
          </a:p>
        </p:txBody>
      </p:sp>
      <p:sp>
        <p:nvSpPr>
          <p:cNvPr id="168" name="Rectangle 167">
            <a:extLst>
              <a:ext uri="{FF2B5EF4-FFF2-40B4-BE49-F238E27FC236}">
                <a16:creationId xmlns:a16="http://schemas.microsoft.com/office/drawing/2014/main" id="{DF72AE98-A3B6-D541-A224-FF12DEB808EA}"/>
              </a:ext>
            </a:extLst>
          </p:cNvPr>
          <p:cNvSpPr/>
          <p:nvPr/>
        </p:nvSpPr>
        <p:spPr>
          <a:xfrm>
            <a:off x="5299114" y="3685381"/>
            <a:ext cx="810804" cy="243101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C00000"/>
                </a:solidFill>
              </a:rPr>
              <a:t>connect</a:t>
            </a:r>
          </a:p>
        </p:txBody>
      </p:sp>
      <p:sp>
        <p:nvSpPr>
          <p:cNvPr id="173" name="Rectangle 172">
            <a:extLst>
              <a:ext uri="{FF2B5EF4-FFF2-40B4-BE49-F238E27FC236}">
                <a16:creationId xmlns:a16="http://schemas.microsoft.com/office/drawing/2014/main" id="{DFFDA9A2-DC1B-1346-98D9-344BB61B603C}"/>
              </a:ext>
            </a:extLst>
          </p:cNvPr>
          <p:cNvSpPr/>
          <p:nvPr/>
        </p:nvSpPr>
        <p:spPr>
          <a:xfrm>
            <a:off x="7964356" y="25739"/>
            <a:ext cx="1263844" cy="62753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BER</a:t>
            </a:r>
          </a:p>
          <a:p>
            <a:pPr algn="ctr"/>
            <a:r>
              <a:rPr lang="en-US" sz="800" dirty="0"/>
              <a:t>(</a:t>
            </a:r>
            <a:r>
              <a:rPr lang="en-US" sz="800" dirty="0" err="1"/>
              <a:t>berjs</a:t>
            </a:r>
            <a:r>
              <a:rPr lang="en-US" sz="800" dirty="0"/>
              <a:t>)</a:t>
            </a:r>
            <a:endParaRPr lang="en-US" dirty="0"/>
          </a:p>
        </p:txBody>
      </p:sp>
      <p:sp>
        <p:nvSpPr>
          <p:cNvPr id="174" name="TextBox 173">
            <a:extLst>
              <a:ext uri="{FF2B5EF4-FFF2-40B4-BE49-F238E27FC236}">
                <a16:creationId xmlns:a16="http://schemas.microsoft.com/office/drawing/2014/main" id="{CF0143A1-5847-D24D-9531-F6B750EEBD2F}"/>
              </a:ext>
            </a:extLst>
          </p:cNvPr>
          <p:cNvSpPr txBox="1"/>
          <p:nvPr/>
        </p:nvSpPr>
        <p:spPr>
          <a:xfrm>
            <a:off x="9228200" y="100319"/>
            <a:ext cx="70403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writer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reader</a:t>
            </a:r>
          </a:p>
        </p:txBody>
      </p:sp>
      <p:cxnSp>
        <p:nvCxnSpPr>
          <p:cNvPr id="175" name="Straight Arrow Connector 174">
            <a:extLst>
              <a:ext uri="{FF2B5EF4-FFF2-40B4-BE49-F238E27FC236}">
                <a16:creationId xmlns:a16="http://schemas.microsoft.com/office/drawing/2014/main" id="{445D71A5-7EB3-0043-905E-4A1E1EF93385}"/>
              </a:ext>
            </a:extLst>
          </p:cNvPr>
          <p:cNvCxnSpPr>
            <a:cxnSpLocks/>
            <a:endCxn id="173" idx="1"/>
          </p:cNvCxnSpPr>
          <p:nvPr/>
        </p:nvCxnSpPr>
        <p:spPr>
          <a:xfrm flipV="1">
            <a:off x="6644418" y="339504"/>
            <a:ext cx="1319938" cy="751748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6" name="Rectangle 175">
            <a:extLst>
              <a:ext uri="{FF2B5EF4-FFF2-40B4-BE49-F238E27FC236}">
                <a16:creationId xmlns:a16="http://schemas.microsoft.com/office/drawing/2014/main" id="{0DB4F74C-AC98-1C42-8A30-5A455E3A37E0}"/>
              </a:ext>
            </a:extLst>
          </p:cNvPr>
          <p:cNvSpPr/>
          <p:nvPr/>
        </p:nvSpPr>
        <p:spPr>
          <a:xfrm>
            <a:off x="4914087" y="5189893"/>
            <a:ext cx="1628946" cy="619493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 err="1"/>
              <a:t>makeRequest</a:t>
            </a:r>
            <a:endParaRPr lang="en-US" sz="10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 err="1"/>
              <a:t>addRequest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20726232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5D4A837A-C6CF-8E47-A9BE-77C61531440C}"/>
              </a:ext>
            </a:extLst>
          </p:cNvPr>
          <p:cNvSpPr/>
          <p:nvPr/>
        </p:nvSpPr>
        <p:spPr>
          <a:xfrm>
            <a:off x="5464958" y="1130580"/>
            <a:ext cx="1319939" cy="53658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S101Socket</a:t>
            </a:r>
          </a:p>
          <a:p>
            <a:pPr algn="ctr"/>
            <a:r>
              <a:rPr lang="en-US" sz="800" dirty="0"/>
              <a:t>(</a:t>
            </a:r>
            <a:r>
              <a:rPr lang="en-US" sz="800" dirty="0" err="1"/>
              <a:t>client.js</a:t>
            </a:r>
            <a:r>
              <a:rPr lang="en-US" sz="800" dirty="0"/>
              <a:t>)</a:t>
            </a: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350268F-B471-E64D-AEFB-87850C6AE97D}"/>
              </a:ext>
            </a:extLst>
          </p:cNvPr>
          <p:cNvSpPr/>
          <p:nvPr/>
        </p:nvSpPr>
        <p:spPr>
          <a:xfrm>
            <a:off x="10542944" y="503049"/>
            <a:ext cx="1263844" cy="1130569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S101Codec</a:t>
            </a:r>
          </a:p>
          <a:p>
            <a:pPr algn="ctr"/>
            <a:r>
              <a:rPr lang="en-US" sz="800" dirty="0"/>
              <a:t>(s101.js)</a:t>
            </a:r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1F8B909-210D-7F4D-9BC2-3954CF705888}"/>
              </a:ext>
            </a:extLst>
          </p:cNvPr>
          <p:cNvSpPr/>
          <p:nvPr/>
        </p:nvSpPr>
        <p:spPr>
          <a:xfrm>
            <a:off x="2253905" y="5202123"/>
            <a:ext cx="5100623" cy="62753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rgbClr val="C00000"/>
                </a:solidFill>
              </a:rPr>
              <a:t>TreeServer</a:t>
            </a:r>
            <a:endParaRPr lang="en-US" dirty="0">
              <a:solidFill>
                <a:srgbClr val="C00000"/>
              </a:solidFill>
            </a:endParaRPr>
          </a:p>
          <a:p>
            <a:pPr algn="ctr"/>
            <a:r>
              <a:rPr lang="en-US" sz="800" dirty="0"/>
              <a:t>(</a:t>
            </a:r>
            <a:r>
              <a:rPr lang="en-US" sz="800" dirty="0" err="1"/>
              <a:t>server.js</a:t>
            </a:r>
            <a:r>
              <a:rPr lang="en-US" sz="800" dirty="0"/>
              <a:t>)</a:t>
            </a:r>
            <a:endParaRPr lang="en-US" dirty="0"/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DDA13833-2442-CC4B-A519-78672F2E4169}"/>
              </a:ext>
            </a:extLst>
          </p:cNvPr>
          <p:cNvCxnSpPr>
            <a:cxnSpLocks/>
          </p:cNvCxnSpPr>
          <p:nvPr/>
        </p:nvCxnSpPr>
        <p:spPr>
          <a:xfrm flipV="1">
            <a:off x="3309946" y="3252495"/>
            <a:ext cx="894613" cy="1818135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Rectangle 45">
            <a:extLst>
              <a:ext uri="{FF2B5EF4-FFF2-40B4-BE49-F238E27FC236}">
                <a16:creationId xmlns:a16="http://schemas.microsoft.com/office/drawing/2014/main" id="{06C6A47B-5BD5-D341-B555-5D3F823274CB}"/>
              </a:ext>
            </a:extLst>
          </p:cNvPr>
          <p:cNvSpPr/>
          <p:nvPr/>
        </p:nvSpPr>
        <p:spPr>
          <a:xfrm>
            <a:off x="6854390" y="847828"/>
            <a:ext cx="1628946" cy="1131742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strike="sngStrike" dirty="0">
                <a:solidFill>
                  <a:schemeClr val="tx1"/>
                </a:solidFill>
              </a:rPr>
              <a:t>connect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strike="sngStrike" dirty="0">
                <a:solidFill>
                  <a:schemeClr val="tx1"/>
                </a:solidFill>
              </a:rPr>
              <a:t>disconnect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 err="1">
                <a:solidFill>
                  <a:schemeClr val="tx1"/>
                </a:solidFill>
              </a:rPr>
              <a:t>isConnected</a:t>
            </a:r>
            <a:endParaRPr lang="en-US" sz="1000" dirty="0">
              <a:solidFill>
                <a:schemeClr val="tx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 err="1">
                <a:solidFill>
                  <a:schemeClr val="tx1"/>
                </a:solidFill>
              </a:rPr>
              <a:t>sendKeepAliveRequest</a:t>
            </a:r>
            <a:endParaRPr lang="en-US" sz="1000" dirty="0">
              <a:solidFill>
                <a:schemeClr val="tx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 err="1">
                <a:solidFill>
                  <a:schemeClr val="tx1"/>
                </a:solidFill>
              </a:rPr>
              <a:t>sendKeepAliveResponse</a:t>
            </a:r>
            <a:endParaRPr lang="en-US" sz="1000" dirty="0">
              <a:solidFill>
                <a:schemeClr val="tx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 err="1">
                <a:solidFill>
                  <a:schemeClr val="tx1"/>
                </a:solidFill>
              </a:rPr>
              <a:t>sendBER</a:t>
            </a:r>
            <a:endParaRPr lang="en-US" sz="1000" dirty="0">
              <a:solidFill>
                <a:schemeClr val="tx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 err="1">
                <a:solidFill>
                  <a:schemeClr val="tx1"/>
                </a:solidFill>
              </a:rPr>
              <a:t>sendBERNode</a:t>
            </a:r>
            <a:endParaRPr lang="en-US" sz="1000" dirty="0">
              <a:solidFill>
                <a:schemeClr val="tx1"/>
              </a:solidFill>
            </a:endParaRP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D7D8B5A0-FED0-054C-9582-CAF30D2615E7}"/>
              </a:ext>
            </a:extLst>
          </p:cNvPr>
          <p:cNvSpPr/>
          <p:nvPr/>
        </p:nvSpPr>
        <p:spPr>
          <a:xfrm>
            <a:off x="7964356" y="25739"/>
            <a:ext cx="1263844" cy="62753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BER</a:t>
            </a:r>
          </a:p>
          <a:p>
            <a:pPr algn="ctr"/>
            <a:r>
              <a:rPr lang="en-US" sz="800" dirty="0"/>
              <a:t>(</a:t>
            </a:r>
            <a:r>
              <a:rPr lang="en-US" sz="800" dirty="0" err="1"/>
              <a:t>berjs</a:t>
            </a:r>
            <a:r>
              <a:rPr lang="en-US" sz="800" dirty="0"/>
              <a:t>)</a:t>
            </a:r>
            <a:endParaRPr lang="en-US" dirty="0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7896BB87-39B4-9040-A2D8-7D4FF305174E}"/>
              </a:ext>
            </a:extLst>
          </p:cNvPr>
          <p:cNvSpPr txBox="1"/>
          <p:nvPr/>
        </p:nvSpPr>
        <p:spPr>
          <a:xfrm>
            <a:off x="9228200" y="100319"/>
            <a:ext cx="70403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writer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reader</a:t>
            </a:r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D2C39D8E-ED7D-D445-B6D3-931F133DFDFB}"/>
              </a:ext>
            </a:extLst>
          </p:cNvPr>
          <p:cNvSpPr/>
          <p:nvPr/>
        </p:nvSpPr>
        <p:spPr>
          <a:xfrm>
            <a:off x="2955580" y="4614031"/>
            <a:ext cx="1895071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sz="1000" dirty="0"/>
              <a:t>new S101Server(socket, server)</a:t>
            </a:r>
          </a:p>
        </p:txBody>
      </p: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7C9E9AA1-C37D-B34E-A65F-4C5744CB1A2A}"/>
              </a:ext>
            </a:extLst>
          </p:cNvPr>
          <p:cNvCxnSpPr>
            <a:cxnSpLocks/>
          </p:cNvCxnSpPr>
          <p:nvPr/>
        </p:nvCxnSpPr>
        <p:spPr>
          <a:xfrm flipH="1">
            <a:off x="2828807" y="3213930"/>
            <a:ext cx="920649" cy="1856699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Lightning Bolt 62">
            <a:extLst>
              <a:ext uri="{FF2B5EF4-FFF2-40B4-BE49-F238E27FC236}">
                <a16:creationId xmlns:a16="http://schemas.microsoft.com/office/drawing/2014/main" id="{AEE3F13A-F77A-8148-8061-6748B5DAF7E0}"/>
              </a:ext>
            </a:extLst>
          </p:cNvPr>
          <p:cNvSpPr/>
          <p:nvPr/>
        </p:nvSpPr>
        <p:spPr>
          <a:xfrm>
            <a:off x="2016226" y="3841352"/>
            <a:ext cx="212925" cy="239073"/>
          </a:xfrm>
          <a:prstGeom prst="lightningBol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C087D8C1-8502-194D-AA6B-393A976DF58F}"/>
              </a:ext>
            </a:extLst>
          </p:cNvPr>
          <p:cNvSpPr/>
          <p:nvPr/>
        </p:nvSpPr>
        <p:spPr>
          <a:xfrm>
            <a:off x="2277031" y="3752196"/>
            <a:ext cx="1184575" cy="656458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chemeClr val="tx1"/>
                </a:solidFill>
              </a:rPr>
              <a:t>listening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chemeClr val="tx1"/>
                </a:solidFill>
              </a:rPr>
              <a:t>connection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chemeClr val="tx1"/>
                </a:solidFill>
              </a:rPr>
              <a:t>error</a:t>
            </a:r>
          </a:p>
        </p:txBody>
      </p: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FE9702C3-1C7E-F445-AF89-D80621DDCA88}"/>
              </a:ext>
            </a:extLst>
          </p:cNvPr>
          <p:cNvCxnSpPr>
            <a:cxnSpLocks/>
          </p:cNvCxnSpPr>
          <p:nvPr/>
        </p:nvCxnSpPr>
        <p:spPr>
          <a:xfrm flipV="1">
            <a:off x="4529394" y="3207517"/>
            <a:ext cx="88638" cy="1974482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Straight Arrow Connector 101">
            <a:extLst>
              <a:ext uri="{FF2B5EF4-FFF2-40B4-BE49-F238E27FC236}">
                <a16:creationId xmlns:a16="http://schemas.microsoft.com/office/drawing/2014/main" id="{94488020-DC87-F04F-9EFB-DD68DEDB336F}"/>
              </a:ext>
            </a:extLst>
          </p:cNvPr>
          <p:cNvCxnSpPr>
            <a:cxnSpLocks/>
          </p:cNvCxnSpPr>
          <p:nvPr/>
        </p:nvCxnSpPr>
        <p:spPr>
          <a:xfrm>
            <a:off x="6256737" y="1261857"/>
            <a:ext cx="4175813" cy="9662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" name="Lightning Bolt 104">
            <a:extLst>
              <a:ext uri="{FF2B5EF4-FFF2-40B4-BE49-F238E27FC236}">
                <a16:creationId xmlns:a16="http://schemas.microsoft.com/office/drawing/2014/main" id="{02CF5974-1FF3-FB4C-A6AD-C7123A790155}"/>
              </a:ext>
            </a:extLst>
          </p:cNvPr>
          <p:cNvSpPr/>
          <p:nvPr/>
        </p:nvSpPr>
        <p:spPr>
          <a:xfrm>
            <a:off x="8859456" y="1703779"/>
            <a:ext cx="221533" cy="323780"/>
          </a:xfrm>
          <a:prstGeom prst="lightningBol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6" name="Rectangle 105">
            <a:extLst>
              <a:ext uri="{FF2B5EF4-FFF2-40B4-BE49-F238E27FC236}">
                <a16:creationId xmlns:a16="http://schemas.microsoft.com/office/drawing/2014/main" id="{A63914C5-623B-E049-BCF6-B8EC7C09919C}"/>
              </a:ext>
            </a:extLst>
          </p:cNvPr>
          <p:cNvSpPr/>
          <p:nvPr/>
        </p:nvSpPr>
        <p:spPr>
          <a:xfrm>
            <a:off x="9195218" y="1530359"/>
            <a:ext cx="1467761" cy="627529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 err="1"/>
              <a:t>keepaliveReq</a:t>
            </a:r>
            <a:endParaRPr lang="en-US" sz="1000" strike="sngStrike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 err="1">
                <a:solidFill>
                  <a:srgbClr val="C00000"/>
                </a:solidFill>
              </a:rPr>
              <a:t>emberPacket</a:t>
            </a:r>
            <a:endParaRPr lang="en-US" sz="1000" dirty="0">
              <a:solidFill>
                <a:srgbClr val="C00000"/>
              </a:solidFill>
            </a:endParaRPr>
          </a:p>
        </p:txBody>
      </p:sp>
      <p:cxnSp>
        <p:nvCxnSpPr>
          <p:cNvPr id="107" name="Straight Arrow Connector 106">
            <a:extLst>
              <a:ext uri="{FF2B5EF4-FFF2-40B4-BE49-F238E27FC236}">
                <a16:creationId xmlns:a16="http://schemas.microsoft.com/office/drawing/2014/main" id="{38682050-0889-934B-B9BB-0F62108F5F08}"/>
              </a:ext>
            </a:extLst>
          </p:cNvPr>
          <p:cNvCxnSpPr>
            <a:cxnSpLocks/>
          </p:cNvCxnSpPr>
          <p:nvPr/>
        </p:nvCxnSpPr>
        <p:spPr>
          <a:xfrm flipH="1">
            <a:off x="8890007" y="1473380"/>
            <a:ext cx="1504709" cy="0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1" name="Rectangle 110">
            <a:extLst>
              <a:ext uri="{FF2B5EF4-FFF2-40B4-BE49-F238E27FC236}">
                <a16:creationId xmlns:a16="http://schemas.microsoft.com/office/drawing/2014/main" id="{5C82D58A-FC15-4646-A6D2-6EE3312B3527}"/>
              </a:ext>
            </a:extLst>
          </p:cNvPr>
          <p:cNvSpPr/>
          <p:nvPr/>
        </p:nvSpPr>
        <p:spPr>
          <a:xfrm>
            <a:off x="9122898" y="954896"/>
            <a:ext cx="1129019" cy="304286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r>
              <a:rPr lang="en-US" sz="1000" dirty="0"/>
              <a:t>new S101Codec()</a:t>
            </a:r>
          </a:p>
        </p:txBody>
      </p:sp>
      <p:sp>
        <p:nvSpPr>
          <p:cNvPr id="112" name="Rectangle 111">
            <a:extLst>
              <a:ext uri="{FF2B5EF4-FFF2-40B4-BE49-F238E27FC236}">
                <a16:creationId xmlns:a16="http://schemas.microsoft.com/office/drawing/2014/main" id="{EA1343F2-13C1-6443-8D52-E1BA1D068C6F}"/>
              </a:ext>
            </a:extLst>
          </p:cNvPr>
          <p:cNvSpPr/>
          <p:nvPr/>
        </p:nvSpPr>
        <p:spPr>
          <a:xfrm>
            <a:off x="1887795" y="107124"/>
            <a:ext cx="1959954" cy="41606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Socket</a:t>
            </a:r>
          </a:p>
        </p:txBody>
      </p:sp>
      <p:cxnSp>
        <p:nvCxnSpPr>
          <p:cNvPr id="124" name="Straight Arrow Connector 123">
            <a:extLst>
              <a:ext uri="{FF2B5EF4-FFF2-40B4-BE49-F238E27FC236}">
                <a16:creationId xmlns:a16="http://schemas.microsoft.com/office/drawing/2014/main" id="{6F8F8D1D-4588-CF49-9763-A6BCC180B66E}"/>
              </a:ext>
            </a:extLst>
          </p:cNvPr>
          <p:cNvCxnSpPr>
            <a:cxnSpLocks/>
            <a:endCxn id="47" idx="1"/>
          </p:cNvCxnSpPr>
          <p:nvPr/>
        </p:nvCxnSpPr>
        <p:spPr>
          <a:xfrm flipV="1">
            <a:off x="6644418" y="339504"/>
            <a:ext cx="1319938" cy="751748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3">
            <a:extLst>
              <a:ext uri="{FF2B5EF4-FFF2-40B4-BE49-F238E27FC236}">
                <a16:creationId xmlns:a16="http://schemas.microsoft.com/office/drawing/2014/main" id="{00DCB7A4-9C65-9F4A-9BF8-3B9F29AB043C}"/>
              </a:ext>
            </a:extLst>
          </p:cNvPr>
          <p:cNvSpPr/>
          <p:nvPr/>
        </p:nvSpPr>
        <p:spPr>
          <a:xfrm>
            <a:off x="3090790" y="2642164"/>
            <a:ext cx="2012349" cy="5854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S101Server</a:t>
            </a:r>
          </a:p>
          <a:p>
            <a:pPr algn="ctr"/>
            <a:r>
              <a:rPr lang="en-US" sz="800" dirty="0"/>
              <a:t>(</a:t>
            </a:r>
            <a:r>
              <a:rPr lang="en-US" sz="800" dirty="0" err="1"/>
              <a:t>server.js</a:t>
            </a:r>
            <a:r>
              <a:rPr lang="en-US" sz="800" dirty="0"/>
              <a:t>)</a:t>
            </a:r>
            <a:endParaRPr lang="en-US" dirty="0"/>
          </a:p>
        </p:txBody>
      </p:sp>
      <p:sp>
        <p:nvSpPr>
          <p:cNvPr id="158" name="Oval 157">
            <a:extLst>
              <a:ext uri="{FF2B5EF4-FFF2-40B4-BE49-F238E27FC236}">
                <a16:creationId xmlns:a16="http://schemas.microsoft.com/office/drawing/2014/main" id="{E1AD73ED-65B5-1447-BA9E-9A3460505152}"/>
              </a:ext>
            </a:extLst>
          </p:cNvPr>
          <p:cNvSpPr/>
          <p:nvPr/>
        </p:nvSpPr>
        <p:spPr>
          <a:xfrm>
            <a:off x="3429923" y="3395932"/>
            <a:ext cx="275177" cy="243101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159" name="Oval 158">
            <a:extLst>
              <a:ext uri="{FF2B5EF4-FFF2-40B4-BE49-F238E27FC236}">
                <a16:creationId xmlns:a16="http://schemas.microsoft.com/office/drawing/2014/main" id="{BBA2C44E-F762-934C-B369-2F6B219C3DD1}"/>
              </a:ext>
            </a:extLst>
          </p:cNvPr>
          <p:cNvSpPr/>
          <p:nvPr/>
        </p:nvSpPr>
        <p:spPr>
          <a:xfrm>
            <a:off x="3819219" y="3693321"/>
            <a:ext cx="275177" cy="243101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160" name="Oval 159">
            <a:extLst>
              <a:ext uri="{FF2B5EF4-FFF2-40B4-BE49-F238E27FC236}">
                <a16:creationId xmlns:a16="http://schemas.microsoft.com/office/drawing/2014/main" id="{F5B891F7-DC8E-764D-8C1E-0928A796F821}"/>
              </a:ext>
            </a:extLst>
          </p:cNvPr>
          <p:cNvSpPr/>
          <p:nvPr/>
        </p:nvSpPr>
        <p:spPr>
          <a:xfrm>
            <a:off x="4402963" y="3470875"/>
            <a:ext cx="275177" cy="243101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164" name="Oval 163">
            <a:extLst>
              <a:ext uri="{FF2B5EF4-FFF2-40B4-BE49-F238E27FC236}">
                <a16:creationId xmlns:a16="http://schemas.microsoft.com/office/drawing/2014/main" id="{AAF2C430-8493-4C42-9F17-833CEC7C9897}"/>
              </a:ext>
            </a:extLst>
          </p:cNvPr>
          <p:cNvSpPr/>
          <p:nvPr/>
        </p:nvSpPr>
        <p:spPr>
          <a:xfrm>
            <a:off x="8663884" y="975805"/>
            <a:ext cx="275177" cy="243101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165" name="Oval 164">
            <a:extLst>
              <a:ext uri="{FF2B5EF4-FFF2-40B4-BE49-F238E27FC236}">
                <a16:creationId xmlns:a16="http://schemas.microsoft.com/office/drawing/2014/main" id="{DC346859-4D61-9F4E-80DD-C9B73C47561D}"/>
              </a:ext>
            </a:extLst>
          </p:cNvPr>
          <p:cNvSpPr/>
          <p:nvPr/>
        </p:nvSpPr>
        <p:spPr>
          <a:xfrm>
            <a:off x="9158925" y="1349015"/>
            <a:ext cx="275177" cy="243101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166" name="Rectangle 165">
            <a:extLst>
              <a:ext uri="{FF2B5EF4-FFF2-40B4-BE49-F238E27FC236}">
                <a16:creationId xmlns:a16="http://schemas.microsoft.com/office/drawing/2014/main" id="{10EC56EF-6ADC-E34C-BED7-26B6341FA4D6}"/>
              </a:ext>
            </a:extLst>
          </p:cNvPr>
          <p:cNvSpPr/>
          <p:nvPr/>
        </p:nvSpPr>
        <p:spPr>
          <a:xfrm>
            <a:off x="10432550" y="1790084"/>
            <a:ext cx="1628946" cy="619493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 err="1"/>
              <a:t>makeKeepAliveRequest</a:t>
            </a:r>
            <a:endParaRPr lang="en-US" sz="10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 err="1"/>
              <a:t>makeKeepAliveResponse</a:t>
            </a:r>
            <a:endParaRPr lang="en-US" sz="10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 err="1"/>
              <a:t>dataIn</a:t>
            </a:r>
            <a:endParaRPr lang="en-US" sz="10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 err="1"/>
              <a:t>handleFrame</a:t>
            </a:r>
            <a:r>
              <a:rPr lang="en-US" sz="1000" dirty="0"/>
              <a:t>, …</a:t>
            </a:r>
          </a:p>
        </p:txBody>
      </p:sp>
      <p:sp>
        <p:nvSpPr>
          <p:cNvPr id="168" name="Rectangle 167">
            <a:extLst>
              <a:ext uri="{FF2B5EF4-FFF2-40B4-BE49-F238E27FC236}">
                <a16:creationId xmlns:a16="http://schemas.microsoft.com/office/drawing/2014/main" id="{DF72AE98-A3B6-D541-A224-FF12DEB808EA}"/>
              </a:ext>
            </a:extLst>
          </p:cNvPr>
          <p:cNvSpPr/>
          <p:nvPr/>
        </p:nvSpPr>
        <p:spPr>
          <a:xfrm>
            <a:off x="4747316" y="3517482"/>
            <a:ext cx="810804" cy="243101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r>
              <a:rPr lang="en-US" sz="1000" dirty="0">
                <a:solidFill>
                  <a:srgbClr val="C00000"/>
                </a:solidFill>
              </a:rPr>
              <a:t>listen</a:t>
            </a:r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E70AB9F2-A7F0-574A-BBE5-D82F39F4E61E}"/>
              </a:ext>
            </a:extLst>
          </p:cNvPr>
          <p:cNvCxnSpPr>
            <a:cxnSpLocks/>
          </p:cNvCxnSpPr>
          <p:nvPr/>
        </p:nvCxnSpPr>
        <p:spPr>
          <a:xfrm flipH="1" flipV="1">
            <a:off x="2807677" y="519914"/>
            <a:ext cx="1810355" cy="2587080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Rectangle 49">
            <a:extLst>
              <a:ext uri="{FF2B5EF4-FFF2-40B4-BE49-F238E27FC236}">
                <a16:creationId xmlns:a16="http://schemas.microsoft.com/office/drawing/2014/main" id="{DCC93313-50CB-0243-AEAA-6907F43D1AC6}"/>
              </a:ext>
            </a:extLst>
          </p:cNvPr>
          <p:cNvSpPr/>
          <p:nvPr/>
        </p:nvSpPr>
        <p:spPr>
          <a:xfrm>
            <a:off x="2854983" y="712898"/>
            <a:ext cx="992765" cy="246221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r>
              <a:rPr lang="en-US" sz="1200" b="1" dirty="0" err="1">
                <a:solidFill>
                  <a:schemeClr val="accent2"/>
                </a:solidFill>
              </a:rPr>
              <a:t>createServer</a:t>
            </a:r>
            <a:endParaRPr lang="en-US" sz="1200" b="1" dirty="0">
              <a:solidFill>
                <a:schemeClr val="accent2"/>
              </a:solidFill>
            </a:endParaRPr>
          </a:p>
        </p:txBody>
      </p:sp>
      <p:sp>
        <p:nvSpPr>
          <p:cNvPr id="51" name="Lightning Bolt 50">
            <a:extLst>
              <a:ext uri="{FF2B5EF4-FFF2-40B4-BE49-F238E27FC236}">
                <a16:creationId xmlns:a16="http://schemas.microsoft.com/office/drawing/2014/main" id="{D2D2EE27-5E1E-DF45-A97A-FC8DA69DB20B}"/>
              </a:ext>
            </a:extLst>
          </p:cNvPr>
          <p:cNvSpPr/>
          <p:nvPr/>
        </p:nvSpPr>
        <p:spPr>
          <a:xfrm>
            <a:off x="2152422" y="1405367"/>
            <a:ext cx="171317" cy="223645"/>
          </a:xfrm>
          <a:prstGeom prst="lightningBol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389808D9-FC1F-D443-9DB7-3F6A1BA01560}"/>
              </a:ext>
            </a:extLst>
          </p:cNvPr>
          <p:cNvSpPr/>
          <p:nvPr/>
        </p:nvSpPr>
        <p:spPr>
          <a:xfrm>
            <a:off x="2412088" y="1336345"/>
            <a:ext cx="743820" cy="430262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listening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error</a:t>
            </a:r>
          </a:p>
        </p:txBody>
      </p: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E2B77384-0555-7841-B105-A5C0A72957EC}"/>
              </a:ext>
            </a:extLst>
          </p:cNvPr>
          <p:cNvCxnSpPr>
            <a:cxnSpLocks/>
          </p:cNvCxnSpPr>
          <p:nvPr/>
        </p:nvCxnSpPr>
        <p:spPr>
          <a:xfrm>
            <a:off x="2402729" y="577689"/>
            <a:ext cx="1328195" cy="2028853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Oval 56">
            <a:extLst>
              <a:ext uri="{FF2B5EF4-FFF2-40B4-BE49-F238E27FC236}">
                <a16:creationId xmlns:a16="http://schemas.microsoft.com/office/drawing/2014/main" id="{51620773-5554-3D44-A234-4EC450ABAC5C}"/>
              </a:ext>
            </a:extLst>
          </p:cNvPr>
          <p:cNvSpPr/>
          <p:nvPr/>
        </p:nvSpPr>
        <p:spPr>
          <a:xfrm>
            <a:off x="3081487" y="1065706"/>
            <a:ext cx="275177" cy="243101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30883CFC-EAE6-1445-8640-1E28B1BC7636}"/>
              </a:ext>
            </a:extLst>
          </p:cNvPr>
          <p:cNvSpPr/>
          <p:nvPr/>
        </p:nvSpPr>
        <p:spPr>
          <a:xfrm>
            <a:off x="2986346" y="1701182"/>
            <a:ext cx="275177" cy="243101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50C7F6DA-33A1-6C49-A3DB-6334E8BC4019}"/>
              </a:ext>
            </a:extLst>
          </p:cNvPr>
          <p:cNvSpPr/>
          <p:nvPr/>
        </p:nvSpPr>
        <p:spPr>
          <a:xfrm>
            <a:off x="5851335" y="4250114"/>
            <a:ext cx="810804" cy="369058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r>
              <a:rPr lang="en-US" sz="1000" dirty="0" err="1">
                <a:solidFill>
                  <a:srgbClr val="C00000"/>
                </a:solidFill>
              </a:rPr>
              <a:t>addClient</a:t>
            </a:r>
            <a:endParaRPr lang="en-US" sz="1000" dirty="0">
              <a:solidFill>
                <a:srgbClr val="C00000"/>
              </a:solidFill>
            </a:endParaRPr>
          </a:p>
        </p:txBody>
      </p: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19D8EE97-834D-9F47-B3FF-055975A63C07}"/>
              </a:ext>
            </a:extLst>
          </p:cNvPr>
          <p:cNvCxnSpPr>
            <a:cxnSpLocks/>
          </p:cNvCxnSpPr>
          <p:nvPr/>
        </p:nvCxnSpPr>
        <p:spPr>
          <a:xfrm flipV="1">
            <a:off x="5799057" y="1667166"/>
            <a:ext cx="21680" cy="3534957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Oval 66">
            <a:extLst>
              <a:ext uri="{FF2B5EF4-FFF2-40B4-BE49-F238E27FC236}">
                <a16:creationId xmlns:a16="http://schemas.microsoft.com/office/drawing/2014/main" id="{1DB74CB5-DAD2-A846-8355-3EFAA2AAD7C2}"/>
              </a:ext>
            </a:extLst>
          </p:cNvPr>
          <p:cNvSpPr/>
          <p:nvPr/>
        </p:nvSpPr>
        <p:spPr>
          <a:xfrm>
            <a:off x="5869867" y="4062306"/>
            <a:ext cx="275177" cy="243101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D0E8CA4E-9CC0-7744-9CC4-1EB3D8DB0F6D}"/>
              </a:ext>
            </a:extLst>
          </p:cNvPr>
          <p:cNvSpPr/>
          <p:nvPr/>
        </p:nvSpPr>
        <p:spPr>
          <a:xfrm>
            <a:off x="5699260" y="2026712"/>
            <a:ext cx="1061565" cy="246221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r>
              <a:rPr lang="en-US" sz="1000" dirty="0" err="1"/>
              <a:t>ctor</a:t>
            </a:r>
            <a:r>
              <a:rPr lang="en-US" sz="1000" dirty="0"/>
              <a:t>( </a:t>
            </a:r>
            <a:r>
              <a:rPr lang="en-US" sz="1000" dirty="0" err="1"/>
              <a:t>socket,</a:t>
            </a:r>
            <a:r>
              <a:rPr lang="en-US" sz="1000" strike="sngStrike" dirty="0" err="1"/>
              <a:t>server</a:t>
            </a:r>
            <a:r>
              <a:rPr lang="en-US" sz="1000" dirty="0"/>
              <a:t>)</a:t>
            </a: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4D70BBC1-5A21-1D41-A886-2A5E0C210F61}"/>
              </a:ext>
            </a:extLst>
          </p:cNvPr>
          <p:cNvSpPr/>
          <p:nvPr/>
        </p:nvSpPr>
        <p:spPr>
          <a:xfrm>
            <a:off x="5439494" y="2645894"/>
            <a:ext cx="1702976" cy="55209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S101Client</a:t>
            </a:r>
          </a:p>
          <a:p>
            <a:pPr algn="ctr"/>
            <a:r>
              <a:rPr lang="en-US" sz="800" dirty="0"/>
              <a:t>(</a:t>
            </a:r>
            <a:r>
              <a:rPr lang="en-US" sz="800" dirty="0" err="1"/>
              <a:t>client.js</a:t>
            </a:r>
            <a:r>
              <a:rPr lang="en-US" sz="800" dirty="0"/>
              <a:t>)</a:t>
            </a:r>
            <a:endParaRPr lang="en-US" dirty="0"/>
          </a:p>
        </p:txBody>
      </p:sp>
      <p:sp>
        <p:nvSpPr>
          <p:cNvPr id="78" name="Lightning Bolt 77">
            <a:extLst>
              <a:ext uri="{FF2B5EF4-FFF2-40B4-BE49-F238E27FC236}">
                <a16:creationId xmlns:a16="http://schemas.microsoft.com/office/drawing/2014/main" id="{255308C5-C8F3-814D-BB72-1FE1786408BA}"/>
              </a:ext>
            </a:extLst>
          </p:cNvPr>
          <p:cNvSpPr/>
          <p:nvPr/>
        </p:nvSpPr>
        <p:spPr>
          <a:xfrm>
            <a:off x="5253251" y="663403"/>
            <a:ext cx="171317" cy="223645"/>
          </a:xfrm>
          <a:prstGeom prst="lightningBol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F98B963C-0B4A-774A-9FE9-770E140583F5}"/>
              </a:ext>
            </a:extLst>
          </p:cNvPr>
          <p:cNvSpPr/>
          <p:nvPr/>
        </p:nvSpPr>
        <p:spPr>
          <a:xfrm>
            <a:off x="5512917" y="594381"/>
            <a:ext cx="743820" cy="430262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data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close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error</a:t>
            </a:r>
          </a:p>
        </p:txBody>
      </p:sp>
      <p:cxnSp>
        <p:nvCxnSpPr>
          <p:cNvPr id="83" name="Straight Arrow Connector 82">
            <a:extLst>
              <a:ext uri="{FF2B5EF4-FFF2-40B4-BE49-F238E27FC236}">
                <a16:creationId xmlns:a16="http://schemas.microsoft.com/office/drawing/2014/main" id="{7DA5E9E1-4B10-BE4A-B0A4-4A8A9C2C9938}"/>
              </a:ext>
            </a:extLst>
          </p:cNvPr>
          <p:cNvCxnSpPr>
            <a:cxnSpLocks/>
          </p:cNvCxnSpPr>
          <p:nvPr/>
        </p:nvCxnSpPr>
        <p:spPr>
          <a:xfrm>
            <a:off x="6096000" y="527534"/>
            <a:ext cx="304800" cy="603046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Lightning Bolt 89">
            <a:extLst>
              <a:ext uri="{FF2B5EF4-FFF2-40B4-BE49-F238E27FC236}">
                <a16:creationId xmlns:a16="http://schemas.microsoft.com/office/drawing/2014/main" id="{5AD1359B-1110-CF4A-AD74-24CF0100E27B}"/>
              </a:ext>
            </a:extLst>
          </p:cNvPr>
          <p:cNvSpPr/>
          <p:nvPr/>
        </p:nvSpPr>
        <p:spPr>
          <a:xfrm>
            <a:off x="6641755" y="4072982"/>
            <a:ext cx="212925" cy="239073"/>
          </a:xfrm>
          <a:prstGeom prst="lightningBol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CFCCE502-0B03-A04A-863E-25E1A61C7974}"/>
              </a:ext>
            </a:extLst>
          </p:cNvPr>
          <p:cNvSpPr/>
          <p:nvPr/>
        </p:nvSpPr>
        <p:spPr>
          <a:xfrm>
            <a:off x="6951525" y="3880608"/>
            <a:ext cx="1184575" cy="965052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strike="sngStrike" dirty="0"/>
              <a:t>connecting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strike="sngStrike" dirty="0"/>
              <a:t>connected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disconnected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error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 err="1">
                <a:solidFill>
                  <a:srgbClr val="C00000"/>
                </a:solidFill>
              </a:rPr>
              <a:t>emberPacket</a:t>
            </a:r>
            <a:endParaRPr lang="en-US" sz="1000" dirty="0">
              <a:solidFill>
                <a:srgbClr val="C00000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 err="1">
                <a:solidFill>
                  <a:srgbClr val="C00000"/>
                </a:solidFill>
              </a:rPr>
              <a:t>emberTree</a:t>
            </a:r>
            <a:endParaRPr lang="en-US" sz="1000" dirty="0">
              <a:solidFill>
                <a:srgbClr val="C00000"/>
              </a:solidFill>
            </a:endParaRPr>
          </a:p>
        </p:txBody>
      </p:sp>
      <p:cxnSp>
        <p:nvCxnSpPr>
          <p:cNvPr id="94" name="Straight Arrow Connector 93">
            <a:extLst>
              <a:ext uri="{FF2B5EF4-FFF2-40B4-BE49-F238E27FC236}">
                <a16:creationId xmlns:a16="http://schemas.microsoft.com/office/drawing/2014/main" id="{79A4CDB6-1D13-514D-B41A-BDC6486B4865}"/>
              </a:ext>
            </a:extLst>
          </p:cNvPr>
          <p:cNvCxnSpPr>
            <a:cxnSpLocks/>
          </p:cNvCxnSpPr>
          <p:nvPr/>
        </p:nvCxnSpPr>
        <p:spPr>
          <a:xfrm>
            <a:off x="6548284" y="1701182"/>
            <a:ext cx="0" cy="3500941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Oval 96">
            <a:extLst>
              <a:ext uri="{FF2B5EF4-FFF2-40B4-BE49-F238E27FC236}">
                <a16:creationId xmlns:a16="http://schemas.microsoft.com/office/drawing/2014/main" id="{83C789A8-84A7-E54B-A4A1-D99998457A1B}"/>
              </a:ext>
            </a:extLst>
          </p:cNvPr>
          <p:cNvSpPr/>
          <p:nvPr/>
        </p:nvSpPr>
        <p:spPr>
          <a:xfrm>
            <a:off x="6676229" y="3564473"/>
            <a:ext cx="275177" cy="243101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id="{5756C98B-E161-334C-B068-6E662D7E509F}"/>
              </a:ext>
            </a:extLst>
          </p:cNvPr>
          <p:cNvSpPr/>
          <p:nvPr/>
        </p:nvSpPr>
        <p:spPr>
          <a:xfrm>
            <a:off x="7342192" y="2536836"/>
            <a:ext cx="3090356" cy="738821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 err="1"/>
              <a:t>remoteAddress</a:t>
            </a:r>
            <a:endParaRPr lang="en-US" sz="10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 err="1">
                <a:solidFill>
                  <a:srgbClr val="C00000"/>
                </a:solidFill>
              </a:rPr>
              <a:t>queueMessage</a:t>
            </a:r>
            <a:r>
              <a:rPr lang="en-US" sz="1000" dirty="0"/>
              <a:t> =&gt; Server </a:t>
            </a:r>
            <a:r>
              <a:rPr lang="en-US" sz="1000" dirty="0" err="1"/>
              <a:t>updateSubscribers</a:t>
            </a:r>
            <a:endParaRPr lang="en-US" sz="10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 err="1"/>
              <a:t>makeRequest</a:t>
            </a:r>
            <a:r>
              <a:rPr lang="en-US" sz="1000" dirty="0"/>
              <a:t> =&gt; </a:t>
            </a:r>
            <a:r>
              <a:rPr lang="en-US" sz="1000" dirty="0" err="1"/>
              <a:t>addRequest</a:t>
            </a:r>
            <a:endParaRPr lang="en-US" sz="10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 err="1">
                <a:solidFill>
                  <a:srgbClr val="C00000"/>
                </a:solidFill>
              </a:rPr>
              <a:t>adddRequest</a:t>
            </a:r>
            <a:endParaRPr lang="en-US" sz="1000" dirty="0">
              <a:solidFill>
                <a:srgbClr val="C00000"/>
              </a:solidFill>
            </a:endParaRPr>
          </a:p>
        </p:txBody>
      </p:sp>
      <p:sp>
        <p:nvSpPr>
          <p:cNvPr id="103" name="Rectangle 102">
            <a:extLst>
              <a:ext uri="{FF2B5EF4-FFF2-40B4-BE49-F238E27FC236}">
                <a16:creationId xmlns:a16="http://schemas.microsoft.com/office/drawing/2014/main" id="{A4F5CADF-4CD7-384A-9647-2820E3298778}"/>
              </a:ext>
            </a:extLst>
          </p:cNvPr>
          <p:cNvSpPr/>
          <p:nvPr/>
        </p:nvSpPr>
        <p:spPr>
          <a:xfrm>
            <a:off x="4962761" y="91802"/>
            <a:ext cx="1959954" cy="41606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Socket</a:t>
            </a:r>
          </a:p>
        </p:txBody>
      </p:sp>
      <p:sp>
        <p:nvSpPr>
          <p:cNvPr id="104" name="Rectangle 103">
            <a:extLst>
              <a:ext uri="{FF2B5EF4-FFF2-40B4-BE49-F238E27FC236}">
                <a16:creationId xmlns:a16="http://schemas.microsoft.com/office/drawing/2014/main" id="{FD1613E5-1447-FF4A-A6E1-0F41A26989E7}"/>
              </a:ext>
            </a:extLst>
          </p:cNvPr>
          <p:cNvSpPr/>
          <p:nvPr/>
        </p:nvSpPr>
        <p:spPr>
          <a:xfrm>
            <a:off x="5071510" y="3896990"/>
            <a:ext cx="383385" cy="140489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8" name="Rectangle 107">
            <a:extLst>
              <a:ext uri="{FF2B5EF4-FFF2-40B4-BE49-F238E27FC236}">
                <a16:creationId xmlns:a16="http://schemas.microsoft.com/office/drawing/2014/main" id="{17C3876A-DC2A-A940-A5DB-654A17A4FE42}"/>
              </a:ext>
            </a:extLst>
          </p:cNvPr>
          <p:cNvSpPr/>
          <p:nvPr/>
        </p:nvSpPr>
        <p:spPr>
          <a:xfrm>
            <a:off x="5071510" y="4069859"/>
            <a:ext cx="383385" cy="140489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9" name="Rectangle 108">
            <a:extLst>
              <a:ext uri="{FF2B5EF4-FFF2-40B4-BE49-F238E27FC236}">
                <a16:creationId xmlns:a16="http://schemas.microsoft.com/office/drawing/2014/main" id="{68826663-CB16-0E46-B7C2-5F521AFF3516}"/>
              </a:ext>
            </a:extLst>
          </p:cNvPr>
          <p:cNvSpPr/>
          <p:nvPr/>
        </p:nvSpPr>
        <p:spPr>
          <a:xfrm>
            <a:off x="5071510" y="4241810"/>
            <a:ext cx="383385" cy="140489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10" name="Straight Arrow Connector 109">
            <a:extLst>
              <a:ext uri="{FF2B5EF4-FFF2-40B4-BE49-F238E27FC236}">
                <a16:creationId xmlns:a16="http://schemas.microsoft.com/office/drawing/2014/main" id="{9FE47F21-5BA4-C744-9682-3AA21FE3EC4B}"/>
              </a:ext>
            </a:extLst>
          </p:cNvPr>
          <p:cNvCxnSpPr>
            <a:cxnSpLocks/>
            <a:stCxn id="104" idx="3"/>
          </p:cNvCxnSpPr>
          <p:nvPr/>
        </p:nvCxnSpPr>
        <p:spPr>
          <a:xfrm flipV="1">
            <a:off x="5454895" y="3197985"/>
            <a:ext cx="181320" cy="769250"/>
          </a:xfrm>
          <a:prstGeom prst="straightConnector1">
            <a:avLst/>
          </a:prstGeom>
          <a:ln w="3175"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Straight Arrow Connector 113">
            <a:extLst>
              <a:ext uri="{FF2B5EF4-FFF2-40B4-BE49-F238E27FC236}">
                <a16:creationId xmlns:a16="http://schemas.microsoft.com/office/drawing/2014/main" id="{FA7DD9D0-87D4-7E47-8A06-9FFE50EBCF5D}"/>
              </a:ext>
            </a:extLst>
          </p:cNvPr>
          <p:cNvCxnSpPr>
            <a:cxnSpLocks/>
            <a:endCxn id="104" idx="0"/>
          </p:cNvCxnSpPr>
          <p:nvPr/>
        </p:nvCxnSpPr>
        <p:spPr>
          <a:xfrm>
            <a:off x="4962761" y="3207517"/>
            <a:ext cx="300442" cy="689473"/>
          </a:xfrm>
          <a:prstGeom prst="straightConnector1">
            <a:avLst/>
          </a:prstGeom>
          <a:ln w="3175"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862093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8778</TotalTime>
  <Words>197</Words>
  <Application>Microsoft Macintosh PowerPoint</Application>
  <PresentationFormat>Widescreen</PresentationFormat>
  <Paragraphs>122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Florian Simond</dc:creator>
  <cp:lastModifiedBy>Florian Simond</cp:lastModifiedBy>
  <cp:revision>26</cp:revision>
  <cp:lastPrinted>2019-12-22T20:17:28Z</cp:lastPrinted>
  <dcterms:created xsi:type="dcterms:W3CDTF">2019-12-22T15:26:55Z</dcterms:created>
  <dcterms:modified xsi:type="dcterms:W3CDTF">2019-12-28T17:45:21Z</dcterms:modified>
</cp:coreProperties>
</file>